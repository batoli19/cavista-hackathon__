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9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Chief complaint: fever</a:t>
            </a:r>
          </a:p>
          <a:p>
            <a:r>
              <a:t>Decision support only; clinician verification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Vital | Value | Range | Status</a:t>
            </a:r>
          </a:p>
          <a:p>
            <a:r>
              <a:t>Systolic BP | None mmHg | 90 - 120 | not_captured</a:t>
            </a:r>
          </a:p>
          <a:p>
            <a:r>
              <a:t>Diastolic BP | None mmHg | 60 - 80 | not_captured</a:t>
            </a:r>
          </a:p>
          <a:p>
            <a:r>
              <a:t>Heart Rate | None bpm | 60 - 100 | not_captured</a:t>
            </a:r>
          </a:p>
          <a:p>
            <a:r>
              <a:t>Temperature | None C | 36.1 - 37.2 | not_captured</a:t>
            </a:r>
          </a:p>
          <a:p>
            <a:r>
              <a:t>Respiratory Rate | None breaths/min | 12 - 20 | not_captured</a:t>
            </a:r>
          </a:p>
          <a:p>
            <a:r>
              <a:t>Oxygen Saturation | None % | 95 - 100 | not_captured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Score | Value | Band | Explanation</a:t>
            </a:r>
          </a:p>
          <a:p>
            <a:r>
              <a:t>physiologic_instability | 0.15 | low | Based on captured vitals and red-flag review.</a:t>
            </a:r>
          </a:p>
          <a:p>
            <a:r>
              <a:t>cardiorespiratory_concern | 0.1 | low | Based on captured symptom profile.</a:t>
            </a:r>
          </a:p>
          <a:p>
            <a:r>
              <a:t>documentation_completeness_risk | 0.6 | medium | Based on 6 documented gap(s).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Immediate:</a:t>
            </a:r>
          </a:p>
          <a:p>
            <a:r>
              <a:t>- Reassess current symptoms and vital sign trends promptly.</a:t>
            </a:r>
          </a:p>
          <a:p>
            <a:r>
              <a:t>Today:</a:t>
            </a:r>
          </a:p>
          <a:p>
            <a:r>
              <a:t>- Complete ordered tests: CT</a:t>
            </a:r>
          </a:p>
          <a:p>
            <a:r>
              <a:t>- Close key documentation gaps before handoff.</a:t>
            </a:r>
          </a:p>
          <a:p>
            <a:r>
              <a:t>Follow-up:</a:t>
            </a:r>
          </a:p>
          <a:p>
            <a:r>
              <a:t>- Arrange follow-up within 24-72 hours based on symptom progression.</a:t>
            </a:r>
          </a:p>
          <a:p>
            <a:r>
              <a:t>- Return sooner if symptoms worsen or new warning signs appear.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