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F172A"/>
                </a:solidFill>
              </a:rPr>
              <a:t>Clinical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155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Executive Summary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Chief complaint: fever</a:t>
            </a:r>
            <a:br/>
            <a:r>
              <a:t>Risk tier: medium</a:t>
            </a:r>
            <a:br/>
            <a:r>
              <a:t>Red flags: 0</a:t>
            </a:r>
            <a:br/>
            <a:r>
              <a:t>Documentation gaps: 6</a:t>
            </a:r>
            <a:br/>
            <a:r>
              <a:t>Confidence: 35%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Disclaimer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Decision support only; clinician verification required.</a:t>
            </a:r>
            <a:br/>
            <a:r>
              <a:t>Not a final diagnosis or prescription.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F172A"/>
                </a:solidFill>
              </a:rPr>
              <a:t>Vitals and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Vitals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Vital | Value | Range | Status</a:t>
            </a:r>
            <a:br/>
            <a:r>
              <a:t>Systolic BP | None mmHg | 90 - 120 | not_captured</a:t>
            </a:r>
            <a:br/>
            <a:r>
              <a:t>Diastolic BP | None mmHg | 60 - 80 | not_captured</a:t>
            </a:r>
            <a:br/>
            <a:r>
              <a:t>Heart Rate | None bpm | 60 - 100 | not_captured</a:t>
            </a:r>
            <a:br/>
            <a:r>
              <a:t>Temperature | None C | 36.1 - 37.2 | not_captured</a:t>
            </a:r>
            <a:br/>
            <a:r>
              <a:t>Respiratory Rate | None breaths/min | 12 - 20 | not_captured</a:t>
            </a:r>
            <a:br/>
            <a:r>
              <a:t>Oxygen Saturation | None % | 95 - 100 | not_captured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0584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Risk Scores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Score | Value | Band</a:t>
            </a:r>
            <a:br/>
            <a:r>
              <a:t>physiologic_instability | 15% | low</a:t>
            </a:r>
            <a:br/>
            <a:r>
              <a:t>cardiorespiratory_concern | 10% | low</a:t>
            </a:r>
            <a:br/>
            <a:r>
              <a:t>documentation_completeness_risk | 60% | medium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F172A"/>
                </a:solidFill>
              </a:rPr>
              <a:t>Diagnosis Support and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Clinical Reasoning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Differentials (possible):</a:t>
            </a:r>
            <a:br/>
            <a:r>
              <a:t>- Respiratory infection or lower respiratory process (possible)</a:t>
            </a:r>
            <a:br/>
            <a:br/>
            <a:r>
              <a:t>Evidence:</a:t>
            </a:r>
            <a:br/>
            <a:r>
              <a:t>- fever (chief_complaint.complaint)</a:t>
            </a:r>
            <a:br/>
            <a:r>
              <a:t>- fever (symptoms[].name)</a:t>
            </a:r>
            <a:br/>
            <a:r>
              <a:t>- cough (symptoms[].name)</a:t>
            </a:r>
            <a:br/>
            <a:r>
              <a:t>- headache (symptoms[].name)</a:t>
            </a:r>
            <a:br/>
            <a:r>
              <a:t>- sore throat (symptoms[].name)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0584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Action Plan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Immediate:</a:t>
            </a:r>
            <a:br/>
            <a:r>
              <a:t>- Reassess current symptoms and vital sign trends promptly.</a:t>
            </a:r>
            <a:br/>
            <a:br/>
            <a:r>
              <a:t>Today:</a:t>
            </a:r>
            <a:br/>
            <a:r>
              <a:t>- Complete ordered tests: CT</a:t>
            </a:r>
            <a:br/>
            <a:r>
              <a:t>- Close key documentation gaps before handoff.</a:t>
            </a:r>
            <a:br/>
            <a:br/>
            <a:r>
              <a:t>Follow-up:</a:t>
            </a:r>
            <a:br/>
            <a:r>
              <a:t>- Arrange follow-up within 24-72 hours based on symptom progression.</a:t>
            </a:r>
            <a:br/>
            <a:r>
              <a:t>- Return sooner if symptoms worsen or new warning signs appear.</a:t>
            </a:r>
            <a:br/>
            <a:br/>
            <a:r>
              <a:t>Safety Net:</a:t>
            </a:r>
            <a:br/>
            <a:r>
              <a:t>- Seek urgent care now for severe chest pain or trouble breathing.</a:t>
            </a:r>
            <a:br/>
            <a:r>
              <a:t>- Seek urgent care now for fainting, sudden weakness, confusion, or severe headache.</a:t>
            </a:r>
            <a:br/>
            <a:r>
              <a:t>- Seek urgent care now for coughing blood, persistent vomiting, or severe bleeding.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