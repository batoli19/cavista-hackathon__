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9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Chief complaint: chest pain</a:t>
            </a:r>
          </a:p>
          <a:p>
            <a:r>
              <a:t>Decision support only; clinician verification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Vital | Value | Range | Status</a:t>
            </a:r>
          </a:p>
          <a:p>
            <a:r>
              <a:t>Systolic BP | 160 mmHg | 90 - 120 | high</a:t>
            </a:r>
          </a:p>
          <a:p>
            <a:r>
              <a:t>Diastolic BP | 95 mmHg | 60 - 80 | high</a:t>
            </a:r>
          </a:p>
          <a:p>
            <a:r>
              <a:t>Heart Rate | 102 bpm | 60 - 100 | high</a:t>
            </a:r>
          </a:p>
          <a:p>
            <a:r>
              <a:t>Temperature | None C | 36.1 - 37.2 | not_captured</a:t>
            </a:r>
          </a:p>
          <a:p>
            <a:r>
              <a:t>Respiratory Rate | None breaths/min | 12 - 20 | not_captured</a:t>
            </a:r>
          </a:p>
          <a:p>
            <a:r>
              <a:t>Oxygen Saturation | None % | 95 - 100 | not_captured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Score | Value | Band | Explanation</a:t>
            </a:r>
          </a:p>
          <a:p>
            <a:r>
              <a:t>physiologic_instability | 0.35 | medium | Based on 1 red-flag finding(s).</a:t>
            </a:r>
          </a:p>
          <a:p>
            <a:r>
              <a:t>cardiorespiratory_concern | 0.9 | high | Based on chest pain, dyspnea/shortness of breath, elevated BP 160.</a:t>
            </a:r>
          </a:p>
          <a:p>
            <a:r>
              <a:t>documentation_completeness_risk | 0.4 | medium | Based on 4 documented gap(s).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Immediate:</a:t>
            </a:r>
          </a:p>
          <a:p>
            <a:r>
              <a:t>- Escalate to urgent in-person clinical evaluation now.</a:t>
            </a:r>
          </a:p>
          <a:p>
            <a:r>
              <a:t>- Monitor for worsening red-flag symptoms continuously.</a:t>
            </a:r>
          </a:p>
          <a:p>
            <a:r>
              <a:t>Today:</a:t>
            </a:r>
          </a:p>
          <a:p>
            <a:r>
              <a:t>- Complete ordered tests: ECG, Troponin, CT</a:t>
            </a:r>
          </a:p>
          <a:p>
            <a:r>
              <a:t>- Close key documentation gaps before handoff.</a:t>
            </a:r>
          </a:p>
          <a:p>
            <a:r>
              <a:t>Follow-up:</a:t>
            </a:r>
          </a:p>
          <a:p>
            <a:r>
              <a:t>- Arrange follow-up within 24-72 hours based on symptom progression.</a:t>
            </a:r>
          </a:p>
          <a:p>
            <a:r>
              <a:t>- Return sooner if symptoms worsen or new warning signs appear.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